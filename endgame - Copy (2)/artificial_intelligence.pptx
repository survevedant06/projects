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Jarvis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PowerPoint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**I. Title Slide:**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**Title:** 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Beginner's Guide</a:t>
            </a:r>
          </a:p>
          <a:p>
            <a:r>
              <a:t>* **Subtitle:** Understanding the Basics and Applications</a:t>
            </a:r>
          </a:p>
          <a:p>
            <a:r>
              <a:t>* **Your Name/Date**</a:t>
            </a:r>
          </a:p>
          <a:p>
            <a:r>
              <a:t>* **Image:**  A visually appealing image related to AI (e.g., a neural network graphic, robots working collaboratively,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**II. What is Artificial Intelligence?**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**Heading:** Defining Artificial Intelligence</a:t>
            </a:r>
          </a:p>
          <a:p>
            <a:r>
              <a:t>* **Bullet Points:**</a:t>
            </a:r>
          </a:p>
          <a:p>
            <a:r>
              <a:t>    *  AI aims to create systems capable of performing tasks that typically require human intelligence.</a:t>
            </a:r>
          </a:p>
          <a:p>
            <a:r>
              <a:t>    *  Key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learning, reasoning, problem-solving, perception, and natural language processing.</a:t>
            </a:r>
          </a:p>
          <a:p>
            <a:r>
              <a:t>    *  Examples:  image recognition, speech recognition, decision-making systems.</a:t>
            </a:r>
          </a:p>
          <a:p>
            <a:r>
              <a:t>    *  Distinction between Narrow/Weak AI (specific tasks) and General/Strong AI (human-level intelligence).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**III. Types of AI**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**Heading:**  Different Flavors of AI</a:t>
            </a:r>
          </a:p>
          <a:p>
            <a:r>
              <a:t>* **Bullet Points (with brief descriptions and examples):**</a:t>
            </a:r>
          </a:p>
          <a:p>
            <a:r>
              <a:t>    * **Machine Learning (ML):**  Systems learn from data without explicit programming.  (Example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filters)</a:t>
            </a:r>
          </a:p>
          <a:p>
            <a:r>
              <a:t>    * **Deep Learning (DL):**  A subset of ML using artificial neural networks with multiple layers. (Example: image recognition in self-driving cars)</a:t>
            </a:r>
          </a:p>
          <a:p>
            <a:r>
              <a:t>    * **Natural Language Processing (NLP):**  Enabling computers to understand, interpret, and generate human language. (Example: chatbots, language translation)</a:t>
            </a:r>
          </a:p>
          <a:p>
            <a:r>
              <a:t>    * **Computer Vision:**  Enabling computers to "see" and interpret images and videos. (Example: facial recognition)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**IV. Applications of AI**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**Heading:** AI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Applications</a:t>
            </a:r>
          </a:p>
          <a:p>
            <a:r>
              <a:t>* **Bullet Points (with brief descriptions):**</a:t>
            </a:r>
          </a:p>
          <a:p>
            <a:r>
              <a:t>    * **Healthcare:**  Disease diagnosis, drug discovery, personalized medicine.</a:t>
            </a:r>
          </a:p>
          <a:p>
            <a:r>
              <a:t>    * **Finance:**  Fraud detection, algorithmic trading, risk assessment.</a:t>
            </a:r>
          </a:p>
          <a:p>
            <a:r>
              <a:t>    * **Transportation:**  Self-driving cars, traffic optimization.</a:t>
            </a:r>
          </a:p>
          <a:p>
            <a:r>
              <a:t>    * **Entertainment:**  Recommendation systems, video game AI.</a:t>
            </a:r>
          </a:p>
          <a:p>
            <a:r>
              <a:t>    * **Customer Service:** Chatbots, virtual assistants.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**V. Ethical Considerations &amp; Future Trends**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**Heading:** 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and Opportunities</a:t>
            </a:r>
          </a:p>
          <a:p>
            <a:r>
              <a:t>* **Bullet Points:**</a:t>
            </a:r>
          </a:p>
          <a:p>
            <a:r>
              <a:t>    * **Ethical concerns:** Bias in algorithms, job displacement, privacy issues, autonomous weapons.</a:t>
            </a:r>
          </a:p>
          <a:p>
            <a:r>
              <a:t>    * **Future trends:**  Explainable AI (XAI),  AI safety research,  the increasing integration of AI into everyday life.</a:t>
            </a:r>
          </a:p>
          <a:p>
            <a:r>
              <a:t>    * **Potential societal impact:** both positive (improved efficiency, new solutions to global problems) and negative (increased inequality, potential for misuse).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**VI. Conclusion Slide:**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**Heading:** Summary and Key Takeaways</a:t>
            </a:r>
          </a:p>
          <a:p>
            <a:r>
              <a:t>* **Bullet Points:**  Briefly recap the main points of the presentation.</a:t>
            </a:r>
          </a:p>
          <a:p>
            <a:r>
              <a:t>* **Call to action:**  Encourage further exploration of AI through online resources or further study.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outline provides a framework.  Each slide should be visually engaging with relevant images or diagrams to enhance understanding and keep the audience interested.  Remember to keep the language concise and accessible to a beginner audience.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