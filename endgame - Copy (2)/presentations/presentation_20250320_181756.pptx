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008B"/>
                </a:solidFill>
              </a:defRPr>
            </a:pPr>
            <a:r>
              <a:t>birds of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Welcome to this presentation about birds of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birds from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Thank you for viewing this presentation about birds of india. We hope you found it informative and engaging.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