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intelligence artificial intelligence</a:t>
            </a:r>
          </a:p>
        </p:txBody>
      </p:sp>
      <p:sp>
        <p:nvSpPr>
          <p:cNvPr id="3" name="Subtitle 2"/>
          <p:cNvSpPr>
            <a:spLocks noGrp="1"/>
          </p:cNvSpPr>
          <p:nvPr>
            <p:ph type="subTitle" idx="1"/>
          </p:nvPr>
        </p:nvSpPr>
        <p:spPr/>
        <p:txBody>
          <a:bodyPr/>
          <a:lstStyle/>
          <a:p>
            <a:r>
              <a:t>Generated by Jarvis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PowerPoint Outline</a:t>
            </a:r>
          </a:p>
        </p:txBody>
      </p:sp>
      <p:sp>
        <p:nvSpPr>
          <p:cNvPr id="3" name="Content Placeholder 2"/>
          <p:cNvSpPr>
            <a:spLocks noGrp="1"/>
          </p:cNvSpPr>
          <p:nvPr>
            <p:ph idx="1"/>
          </p:nvPr>
        </p:nvSpPr>
        <p:spPr/>
        <p:txBody>
          <a:bodyPr/>
          <a:lstStyle/>
          <a:p>
            <a:r>
              <a:t>Understanding Artificial Intelligence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r>
              <a:t>**I. Title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**Title:**  Artificial Intelligence</a:t>
            </a:r>
          </a:p>
        </p:txBody>
      </p:sp>
      <p:sp>
        <p:nvSpPr>
          <p:cNvPr id="3" name="Content Placeholder 2"/>
          <p:cNvSpPr>
            <a:spLocks noGrp="1"/>
          </p:cNvSpPr>
          <p:nvPr>
            <p:ph idx="1"/>
          </p:nvPr>
        </p:nvSpPr>
        <p:spPr/>
        <p:txBody>
          <a:bodyPr/>
          <a:lstStyle/>
          <a:p>
            <a:r>
              <a:t> A Beginner's Guide</a:t>
            </a:r>
          </a:p>
          <a:p>
            <a:r>
              <a:t>* **Subtitle:** Exploring the Fundamentals and Applications</a:t>
            </a:r>
          </a:p>
          <a:p>
            <a:r>
              <a:t>* **Your Name &amp; Date**</a:t>
            </a:r>
          </a:p>
          <a:p>
            <a:r>
              <a:t>* **Image:** A visually appealing image related to AI (e.g., a futuristic city, a robot with a friendly face, a neural network graphic).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**II. What is Artificial Intelligence?**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Defining Artificial Intelligence</a:t>
            </a:r>
          </a:p>
          <a:p>
            <a:r>
              <a:t>* **Bullet Points:**</a:t>
            </a:r>
          </a:p>
          <a:p>
            <a:r>
              <a:t>    * AI aims to create systems capable of performing tasks that typically require human intelligence.</a:t>
            </a:r>
          </a:p>
          <a:p>
            <a:r>
              <a:t>    * Key aspects</a:t>
            </a:r>
          </a:p>
        </p:txBody>
      </p:sp>
      <p:sp>
        <p:nvSpPr>
          <p:cNvPr id="3" name="Content Placeholder 2"/>
          <p:cNvSpPr>
            <a:spLocks noGrp="1"/>
          </p:cNvSpPr>
          <p:nvPr>
            <p:ph idx="1"/>
          </p:nvPr>
        </p:nvSpPr>
        <p:spPr/>
        <p:txBody>
          <a:bodyPr/>
          <a:lstStyle/>
          <a:p>
            <a:r>
              <a:t>Learning, reasoning, problem-solving, perception, and natural language understanding.</a:t>
            </a:r>
          </a:p>
          <a:p>
            <a:r>
              <a:t>    * Distinction between narrow/weak AI (performing specific tasks) and general/strong AI (human-level intelligence).  (Briefly touch upon this; it's a complex topic)</a:t>
            </a:r>
          </a:p>
          <a:p>
            <a:r>
              <a:t>    * Examples: Spam filters, recommendation systems, virtual assistants (Siri, Alexa).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**III. Types of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Different Approaches to AI</a:t>
            </a:r>
          </a:p>
          <a:p>
            <a:r>
              <a:t>* **Bullet Points:** (Choose 2-3 to keep it concise)</a:t>
            </a:r>
          </a:p>
          <a:p>
            <a:r>
              <a:t>    * **Machine Learning (ML):**  Systems learn from data without explicit programming. Examples</a:t>
            </a:r>
          </a:p>
        </p:txBody>
      </p:sp>
      <p:sp>
        <p:nvSpPr>
          <p:cNvPr id="3" name="Content Placeholder 2"/>
          <p:cNvSpPr>
            <a:spLocks noGrp="1"/>
          </p:cNvSpPr>
          <p:nvPr>
            <p:ph idx="1"/>
          </p:nvPr>
        </p:nvSpPr>
        <p:spPr/>
        <p:txBody>
          <a:bodyPr/>
          <a:lstStyle/>
          <a:p>
            <a:r>
              <a:t>Image recognition, predictive modeling.</a:t>
            </a:r>
          </a:p>
          <a:p>
            <a:r>
              <a:t>    * **Deep Learning (DL):** A subset of ML using artificial neural networks with multiple layers to analyze data. Examples: Self-driving cars, natural language processing.</a:t>
            </a:r>
          </a:p>
          <a:p>
            <a:r>
              <a:t>    * **Expert Systems:**  Rule-based systems mimicking the decision-making of human experts. Examples: Medical diagnosis support systems.</a:t>
            </a:r>
          </a:p>
          <a:p>
            <a:r>
              <a:t>    * (Optional) **Natural Language Processing (NLP):**  Enabling computers to understand, interpret, and generate human language.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**IV. Applications of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 **Headline:** AI in Action</a:t>
            </a:r>
          </a:p>
        </p:txBody>
      </p:sp>
      <p:sp>
        <p:nvSpPr>
          <p:cNvPr id="3" name="Content Placeholder 2"/>
          <p:cNvSpPr>
            <a:spLocks noGrp="1"/>
          </p:cNvSpPr>
          <p:nvPr>
            <p:ph idx="1"/>
          </p:nvPr>
        </p:nvSpPr>
        <p:spPr/>
        <p:txBody>
          <a:bodyPr/>
          <a:lstStyle/>
          <a:p>
            <a:r>
              <a:t>Real-World Applications</a:t>
            </a:r>
          </a:p>
          <a:p>
            <a:r>
              <a:t>* **Bullet Points:**  (Choose 3-4 relevant examples, avoid overwhelming the audience)</a:t>
            </a:r>
          </a:p>
          <a:p>
            <a:r>
              <a:t>    * **Healthcare:** Disease diagnosis, drug discovery, personalized medicine.</a:t>
            </a:r>
          </a:p>
          <a:p>
            <a:r>
              <a:t>    * **Finance:** Fraud detection, algorithmic trading, risk management.</a:t>
            </a:r>
          </a:p>
          <a:p>
            <a:r>
              <a:t>    * **Transportation:** Self-driving cars, traffic optimization.</a:t>
            </a:r>
          </a:p>
          <a:p>
            <a:r>
              <a:t>    * **Customer Service:** Chatbots, personalized recommendations.</a:t>
            </a:r>
          </a:p>
          <a:p>
            <a:r>
              <a:t>    * **Manufacturing:** Predictive maintenance, quality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**V. Ethical Considerations &amp; the Future of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r>
              <a:t>* **Headline:** The Future and Ethical Implications of AI</a:t>
            </a:r>
          </a:p>
          <a:p>
            <a:r>
              <a:t>* **Bullet Points:**</a:t>
            </a:r>
          </a:p>
          <a:p>
            <a:r>
              <a:t>    * **Bias in algorithms:**  The importance of fair and unbiased data sets.</a:t>
            </a:r>
          </a:p>
          <a:p>
            <a:r>
              <a:t>    * **Job displacement:**  The potential impact of AI on the workforce.</a:t>
            </a:r>
          </a:p>
          <a:p>
            <a:r>
              <a:t>    * **Privacy concerns:**  Data security and responsible data usage.</a:t>
            </a:r>
          </a:p>
          <a:p>
            <a:r>
              <a:t>    * **Autonomous weapons:**  The ethical dilemmas surrounding AI in warfare.</a:t>
            </a:r>
          </a:p>
          <a:p>
            <a:r>
              <a:t>    * **Future developments:**  Briefly mention ongoing research and potential breakthroughs.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**VI. Conclusion Slide:**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r>
              <a:t>* **Headline:**  Understanding the Power and Potential of AI</a:t>
            </a:r>
          </a:p>
          <a:p>
            <a:r>
              <a:t>* **Summary statement:**  Reinforce key takeaways about AI's capabilities and ethical considerations.</a:t>
            </a:r>
          </a:p>
          <a:p>
            <a:r>
              <a:t>* **Call to action:** Encourage further exploration of the topic.</a:t>
            </a:r>
          </a:p>
          <a:p>
            <a:r>
              <a:t>* **Image:**  A relevant image summarizing the presentation's message (e.g., a collaborative human-AI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intelligence artificial intelligence</a:t>
            </a:r>
          </a:p>
        </p:txBody>
      </p:sp>
      <p:sp>
        <p:nvSpPr>
          <p:cNvPr id="3" name="Content Placeholder 2"/>
          <p:cNvSpPr>
            <a:spLocks noGrp="1"/>
          </p:cNvSpPr>
          <p:nvPr>
            <p:ph idx="1"/>
          </p:nvPr>
        </p:nvSpPr>
        <p:spPr/>
        <p:txBody>
          <a:bodyPr/>
          <a:lstStyle/>
          <a:p/>
          <a:p>
            <a:r>
              <a:t>**Note:**  Each slide should include visually appealing elements like images, charts, or diagrams to enhance understanding and engagement. Keep the text concise and use bullet points for easy readability.  Remember to cite sources for any data or images used.</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