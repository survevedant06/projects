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one piece anime</a:t>
            </a:r>
          </a:p>
        </p:txBody>
      </p:sp>
      <p:sp>
        <p:nvSpPr>
          <p:cNvPr id="3" name="Subtitle 2"/>
          <p:cNvSpPr>
            <a:spLocks noGrp="1"/>
          </p:cNvSpPr>
          <p:nvPr>
            <p:ph type="subTitle" idx="1"/>
          </p:nvPr>
        </p:nvSpPr>
        <p:spPr/>
        <p:txBody>
          <a:bodyPr/>
          <a:lstStyle/>
          <a:p>
            <a:r>
              <a:t>Generated by Jarvis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One Piece</a:t>
            </a:r>
          </a:p>
        </p:txBody>
      </p:sp>
      <p:sp>
        <p:nvSpPr>
          <p:cNvPr id="3" name="Content Placeholder 2"/>
          <p:cNvSpPr>
            <a:spLocks noGrp="1"/>
          </p:cNvSpPr>
          <p:nvPr>
            <p:ph idx="1"/>
          </p:nvPr>
        </p:nvSpPr>
        <p:spPr/>
        <p:txBody>
          <a:bodyPr/>
          <a:lstStyle/>
          <a:p>
            <a:r>
              <a:t>An Educational PowerPoint Outline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piece anime</a:t>
            </a:r>
          </a:p>
        </p:txBody>
      </p:sp>
      <p:sp>
        <p:nvSpPr>
          <p:cNvPr id="3" name="Content Placeholder 2"/>
          <p:cNvSpPr>
            <a:spLocks noGrp="1"/>
          </p:cNvSpPr>
          <p:nvPr>
            <p:ph idx="1"/>
          </p:nvPr>
        </p:nvSpPr>
        <p:spPr/>
        <p:txBody>
          <a:bodyPr/>
          <a:lstStyle/>
          <a:p>
            <a:r>
              <a:t>**I. Title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One Piece</a:t>
            </a:r>
          </a:p>
        </p:txBody>
      </p:sp>
      <p:sp>
        <p:nvSpPr>
          <p:cNvPr id="3" name="Content Placeholder 2"/>
          <p:cNvSpPr>
            <a:spLocks noGrp="1"/>
          </p:cNvSpPr>
          <p:nvPr>
            <p:ph idx="1"/>
          </p:nvPr>
        </p:nvSpPr>
        <p:spPr/>
        <p:txBody>
          <a:bodyPr/>
          <a:lstStyle/>
          <a:p>
            <a:r>
              <a:t>A Journey Through World-Building, Narrative, and Themes</a:t>
            </a:r>
          </a:p>
          <a:p>
            <a:r>
              <a:t>* **Image:** A compelling image showcasing various One Piece characters and locations (e.g., the Straw Hat Pirates, the Going Merry, a grand line landscape).</a:t>
            </a:r>
          </a:p>
          <a:p>
            <a:r>
              <a:t>* **Your Name &amp; Date**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
            <a:r>
              <a:t>**II. The World of One Piece</a:t>
            </a:r>
          </a:p>
        </p:txBody>
      </p:sp>
      <p:sp>
        <p:nvSpPr>
          <p:cNvPr id="3" name="Content Placeholder 2"/>
          <p:cNvSpPr>
            <a:spLocks noGrp="1"/>
          </p:cNvSpPr>
          <p:nvPr>
            <p:ph idx="1"/>
          </p:nvPr>
        </p:nvSpPr>
        <p:spPr/>
        <p:txBody>
          <a:bodyPr/>
          <a:lstStyle/>
          <a:p>
            <a:r>
              <a:t>A Grand and Diverse Setting**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**Headline:**  Exploring the Vastness and Detail of the One Piece World</a:t>
            </a:r>
          </a:p>
          <a:p>
            <a:r>
              <a:t>* **Bullet Points:**</a:t>
            </a:r>
          </a:p>
          <a:p>
            <a:r>
              <a:t>    * The Grand Line</a:t>
            </a:r>
          </a:p>
        </p:txBody>
      </p:sp>
      <p:sp>
        <p:nvSpPr>
          <p:cNvPr id="3" name="Content Placeholder 2"/>
          <p:cNvSpPr>
            <a:spLocks noGrp="1"/>
          </p:cNvSpPr>
          <p:nvPr>
            <p:ph idx="1"/>
          </p:nvPr>
        </p:nvSpPr>
        <p:spPr/>
        <p:txBody>
          <a:bodyPr/>
          <a:lstStyle/>
          <a:p>
            <a:r>
              <a:t>Its unique geographical features and how they impact the story.  Mention the Calm Belts and unpredictable weather patterns.</a:t>
            </a:r>
          </a:p>
          <a:p>
            <a:r>
              <a:t>    * The various islands and their distinct cultures: Examples like Skypiea, Dressrosa, Wano Country, showing cultural diversity and unique environments.</a:t>
            </a:r>
          </a:p>
          <a:p>
            <a:r>
              <a:t>    * The World Government and its influence:  Briefly touch on the Celestial Dragons, Marines, and their impact on the world's political landscape.</a:t>
            </a:r>
          </a:p>
          <a:p>
            <a:r>
              <a:t>    * Map of the world: Include a simplified map highlighting key locations.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
            <a:r>
              <a:t>**III. The Narrative Structure</a:t>
            </a:r>
          </a:p>
        </p:txBody>
      </p:sp>
      <p:sp>
        <p:nvSpPr>
          <p:cNvPr id="3" name="Content Placeholder 2"/>
          <p:cNvSpPr>
            <a:spLocks noGrp="1"/>
          </p:cNvSpPr>
          <p:nvPr>
            <p:ph idx="1"/>
          </p:nvPr>
        </p:nvSpPr>
        <p:spPr/>
        <p:txBody>
          <a:bodyPr/>
          <a:lstStyle/>
          <a:p>
            <a:r>
              <a:t>A Long and Winding Road**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**Headline:** The Epic Saga</a:t>
            </a:r>
          </a:p>
        </p:txBody>
      </p:sp>
      <p:sp>
        <p:nvSpPr>
          <p:cNvPr id="3" name="Content Placeholder 2"/>
          <p:cNvSpPr>
            <a:spLocks noGrp="1"/>
          </p:cNvSpPr>
          <p:nvPr>
            <p:ph idx="1"/>
          </p:nvPr>
        </p:nvSpPr>
        <p:spPr/>
        <p:txBody>
          <a:bodyPr/>
          <a:lstStyle/>
          <a:p>
            <a:r>
              <a:t>Understanding One Piece's Narrative Arc Structure</a:t>
            </a:r>
          </a:p>
          <a:p>
            <a:r>
              <a:t>* **Bullet Points:**</a:t>
            </a:r>
          </a:p>
          <a:p>
            <a:r>
              <a:t>    * Island-hopping structure: Explain how the story progresses through individual arcs, each with its own self-contained story and overarching contribution to the main plot.</a:t>
            </a:r>
          </a:p>
          <a:p>
            <a:r>
              <a:t>    * The overarching mystery of One Piece: Briefly explain the central goal and its significance.</a:t>
            </a:r>
          </a:p>
          <a:p>
            <a:r>
              <a:t>    * Character development:  How characters grow and evolve throughout the series.</a:t>
            </a:r>
          </a:p>
          <a:p>
            <a:r>
              <a:t>    * Flashbacks and their purpose: Discuss how flashbacks are used to reveal character backgrounds and motivations.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piece anime</a:t>
            </a:r>
          </a:p>
        </p:txBody>
      </p:sp>
      <p:sp>
        <p:nvSpPr>
          <p:cNvPr id="3" name="Content Placeholder 2"/>
          <p:cNvSpPr>
            <a:spLocks noGrp="1"/>
          </p:cNvSpPr>
          <p:nvPr>
            <p:ph idx="1"/>
          </p:nvPr>
        </p:nvSpPr>
        <p:spPr/>
        <p:txBody>
          <a:bodyPr/>
          <a:lstStyle/>
          <a:p/>
          <a:p>
            <a:r>
              <a:t>**IV. Key Themes Explored in One Piece:**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**Headline:**  Beyond Piracy</a:t>
            </a:r>
          </a:p>
        </p:txBody>
      </p:sp>
      <p:sp>
        <p:nvSpPr>
          <p:cNvPr id="3" name="Content Placeholder 2"/>
          <p:cNvSpPr>
            <a:spLocks noGrp="1"/>
          </p:cNvSpPr>
          <p:nvPr>
            <p:ph idx="1"/>
          </p:nvPr>
        </p:nvSpPr>
        <p:spPr/>
        <p:txBody>
          <a:bodyPr/>
          <a:lstStyle/>
          <a:p>
            <a:r>
              <a:t>Exploring the Deeper Themes</a:t>
            </a:r>
          </a:p>
          <a:p>
            <a:r>
              <a:t>* **Bullet Points:**</a:t>
            </a:r>
          </a:p>
          <a:p>
            <a:r>
              <a:t>    * Friendship and loyalty: The strong bonds within the Straw Hat crew and its significance.</a:t>
            </a:r>
          </a:p>
          <a:p>
            <a:r>
              <a:t>    * Freedom and dreams: The pursuit of individual dreams and the challenges faced in achieving them.</a:t>
            </a:r>
          </a:p>
          <a:p>
            <a:r>
              <a:t>    * Justice and morality:  The complexities of morality and the different perspectives on justice shown throughout the series.</a:t>
            </a:r>
          </a:p>
          <a:p>
            <a:r>
              <a:t>    * Family and heritage: Explore the importance of family and lineage in various character arcs.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piece anime</a:t>
            </a:r>
          </a:p>
        </p:txBody>
      </p:sp>
      <p:sp>
        <p:nvSpPr>
          <p:cNvPr id="3" name="Content Placeholder 2"/>
          <p:cNvSpPr>
            <a:spLocks noGrp="1"/>
          </p:cNvSpPr>
          <p:nvPr>
            <p:ph idx="1"/>
          </p:nvPr>
        </p:nvSpPr>
        <p:spPr/>
        <p:txBody>
          <a:bodyPr/>
          <a:lstStyle/>
          <a:p/>
          <a:p>
            <a:r>
              <a:t>**V.  The Impact and Legacy of One Piece:**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**Headline:**  A Global Phenomenon</a:t>
            </a:r>
          </a:p>
        </p:txBody>
      </p:sp>
      <p:sp>
        <p:nvSpPr>
          <p:cNvPr id="3" name="Content Placeholder 2"/>
          <p:cNvSpPr>
            <a:spLocks noGrp="1"/>
          </p:cNvSpPr>
          <p:nvPr>
            <p:ph idx="1"/>
          </p:nvPr>
        </p:nvSpPr>
        <p:spPr/>
        <p:txBody>
          <a:bodyPr/>
          <a:lstStyle/>
          <a:p>
            <a:r>
              <a:t>The Enduring Appeal of One Piece</a:t>
            </a:r>
          </a:p>
          <a:p>
            <a:r>
              <a:t>* **Bullet Points:**</a:t>
            </a:r>
          </a:p>
          <a:p>
            <a:r>
              <a:t>    * Global popularity and cultural impact: Discuss its success as manga, anime, and merchandise.</a:t>
            </a:r>
          </a:p>
          <a:p>
            <a:r>
              <a:t>    * Influence on other anime and manga: Note its influence on storytelling and character design.</a:t>
            </a:r>
          </a:p>
          <a:p>
            <a:r>
              <a:t>    *  The continued relevance and anticipation for the series conclusion.  Mention the ongoing manga and the fanbase's engagement.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piece anime</a:t>
            </a:r>
          </a:p>
        </p:txBody>
      </p:sp>
      <p:sp>
        <p:nvSpPr>
          <p:cNvPr id="3" name="Content Placeholder 2"/>
          <p:cNvSpPr>
            <a:spLocks noGrp="1"/>
          </p:cNvSpPr>
          <p:nvPr>
            <p:ph idx="1"/>
          </p:nvPr>
        </p:nvSpPr>
        <p:spPr/>
        <p:txBody>
          <a:bodyPr/>
          <a:lstStyle/>
          <a:p/>
          <a:p>
            <a:r>
              <a:t>**VI. Conclusion Slide:**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**Headline:**  Setting Sail into the Future</a:t>
            </a:r>
          </a:p>
        </p:txBody>
      </p:sp>
      <p:sp>
        <p:nvSpPr>
          <p:cNvPr id="3" name="Content Placeholder 2"/>
          <p:cNvSpPr>
            <a:spLocks noGrp="1"/>
          </p:cNvSpPr>
          <p:nvPr>
            <p:ph idx="1"/>
          </p:nvPr>
        </p:nvSpPr>
        <p:spPr/>
        <p:txBody>
          <a:bodyPr/>
          <a:lstStyle/>
          <a:p>
            <a:r>
              <a:t> The Continuing Adventure of One Piece</a:t>
            </a:r>
          </a:p>
          <a:p>
            <a:r>
              <a:t>* **Image:** A final image, possibly featuring the Straw Hat Pirates looking towards the future.</a:t>
            </a:r>
          </a:p>
          <a:p>
            <a:r>
              <a:t>* **Thank You &amp;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piece anime</a:t>
            </a:r>
          </a:p>
        </p:txBody>
      </p:sp>
      <p:sp>
        <p:nvSpPr>
          <p:cNvPr id="3" name="Content Placeholder 2"/>
          <p:cNvSpPr>
            <a:spLocks noGrp="1"/>
          </p:cNvSpPr>
          <p:nvPr>
            <p:ph idx="1"/>
          </p:nvPr>
        </p:nvSpPr>
        <p:spPr/>
        <p:txBody>
          <a:bodyPr/>
          <a:lstStyle/>
          <a:p/>
          <a:p>
            <a:r>
              <a:t>This outline provides a framework. You can adjust the detail and depth of each section based on your presentation's time constraints and target audience. Remember to use visually engaging images and keep the language accessible and engaging.</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