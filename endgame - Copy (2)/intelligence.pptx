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Jarvis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## PowerPoint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Understanding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**I. Title Slide**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**Title:** The Many Faces of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Exploring its Nature and Dimensions</a:t>
            </a:r>
          </a:p>
          <a:p>
            <a:r>
              <a:t>* **Subtitle:**  A Journey into Cognitive Abilities</a:t>
            </a:r>
          </a:p>
          <a:p>
            <a:r>
              <a:t>* **Your Name &amp; Date**</a:t>
            </a:r>
          </a:p>
          <a:p>
            <a:r>
              <a:t>* **Image:** A visually appealing image representing diverse human activities (e.g., a collage showing people engaged in problem-solving, artistic creation, scientific research, etc.)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r>
              <a:t>**II. Defining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Multifaceted Concept**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What is Intelligence?  More Than Just an IQ Score</a:t>
            </a:r>
          </a:p>
          <a:p>
            <a:r>
              <a:t>* **Bullet Points:**</a:t>
            </a:r>
          </a:p>
          <a:p>
            <a:r>
              <a:t>    * No single, universally accepted definition.</a:t>
            </a:r>
          </a:p>
          <a:p>
            <a:r>
              <a:t>    * Involves multiple cognitive 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problem-solving, learning, reasoning, adapting to new situations.</a:t>
            </a:r>
          </a:p>
          <a:p>
            <a:r>
              <a:t>    * Historical perspectives:  from Spearman's "g" factor to Gardner's Multiple Intelligences.</a:t>
            </a:r>
          </a:p>
          <a:p>
            <a:r>
              <a:t>    * Importance of considering cultural context and individual differences.</a:t>
            </a:r>
          </a:p>
          <a:p>
            <a:r>
              <a:t>* **Image:**  A graphic depicting different facets of intelligence radiating from a central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r>
              <a:t>**III. Theories of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Diverse Perspectives**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 **Headline:** Understanding the Different Models of Intelligence</a:t>
            </a:r>
          </a:p>
          <a:p>
            <a:r>
              <a:t>* **Bullet Points:**</a:t>
            </a:r>
          </a:p>
          <a:p>
            <a:r>
              <a:t>    * **Spearman's Two-Factor Theory:** General intelligence ("g") and specific abilities ("s").</a:t>
            </a:r>
          </a:p>
          <a:p>
            <a:r>
              <a:t>    * **Gardner's Multiple Intelligences:** Linguistic, Logical-Mathematical, Spatial, Bodily-Kinesthetic, Musical, Interpersonal, Intrapersonal, Naturalist (and potentially others).</a:t>
            </a:r>
          </a:p>
          <a:p>
            <a:r>
              <a:t>    * **Sternberg's Triarchic Theory:** Analytical, Creative, and Practical intelligence.</a:t>
            </a:r>
          </a:p>
          <a:p>
            <a:r>
              <a:t>    * Brief comparison of strengths and weaknesses of each theory.</a:t>
            </a:r>
          </a:p>
          <a:p>
            <a:r>
              <a:t>* **Image:** A chart comparing and contrasting the key features of the three theories.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r>
              <a:t>**IV. Measuring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Tools and Limitations**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Assessing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IQ Tests and Beyond</a:t>
            </a:r>
          </a:p>
          <a:p>
            <a:r>
              <a:t>* **Bullet Points:**</a:t>
            </a:r>
          </a:p>
          <a:p>
            <a:r>
              <a:t>    * Standardized IQ tests (e.g., Wechsler scales):  purpose, structure, and scoring.</a:t>
            </a:r>
          </a:p>
          <a:p>
            <a:r>
              <a:t>    * Limitations of IQ tests: cultural bias, narrow scope of abilities, influence of environmental factors.</a:t>
            </a:r>
          </a:p>
          <a:p>
            <a:r>
              <a:t>    * Alternative assessment methods:  achievement tests, aptitude tests, behavioral observations.</a:t>
            </a:r>
          </a:p>
          <a:p>
            <a:r>
              <a:t>    * Importance of considering the context of assessment.</a:t>
            </a:r>
          </a:p>
          <a:p>
            <a:r>
              <a:t>* **Image:**  Examples of different types of intelligence tests or a graph showing the normal distribution of IQ scores.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**V.  Intelligence and its Influences:**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Nature vs. Nurture and Beyond</a:t>
            </a:r>
          </a:p>
          <a:p>
            <a:r>
              <a:t>* **Bullet Points:**</a:t>
            </a:r>
          </a:p>
          <a:p>
            <a:r>
              <a:t>    * Genetic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heritability of intelligence.</a:t>
            </a:r>
          </a:p>
          <a:p>
            <a:r>
              <a:t>    * Environmental influences: socioeconomic status, education, nutrition, and cultural experiences.</a:t>
            </a:r>
          </a:p>
          <a:p>
            <a:r>
              <a:t>    * The interplay of nature and nurture:  gene-environment interactions.</a:t>
            </a:r>
          </a:p>
          <a:p>
            <a:r>
              <a:t>    *  The role of neuroplasticity and brain development.</a:t>
            </a:r>
          </a:p>
          <a:p>
            <a:r>
              <a:t>* **Image:** A graphic illustrating the interaction between genetics and environment in shaping intelligence.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**VI. Conclusion**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* **Headline:** 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Complex and Dynamic Trait</a:t>
            </a:r>
          </a:p>
          <a:p>
            <a:r>
              <a:t>* **Bullet Points:**</a:t>
            </a:r>
          </a:p>
          <a:p>
            <a:r>
              <a:t>    * Summary of key concepts.</a:t>
            </a:r>
          </a:p>
          <a:p>
            <a:r>
              <a:t>    * Emphasis on the multifaceted nature of intelligence.</a:t>
            </a:r>
          </a:p>
          <a:p>
            <a:r>
              <a:t>    * Importance of nurturing and developing diverse cognitive abilities.</a:t>
            </a:r>
          </a:p>
          <a:p>
            <a:r>
              <a:t>    * Further exploration and resources.</a:t>
            </a:r>
          </a:p>
          <a:p>
            <a:r>
              <a:t>* **Image:** A final impactful image reflecting the diverse aspects of human intelligence.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