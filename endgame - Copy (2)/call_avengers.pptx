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call avengers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Jarvis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 PowerPoint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Call of the Avengers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avengers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**I. Title Slide:**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**Title:** Call of the Avengers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Analyzing a Hypothetical Global Crisis Response Team</a:t>
            </a:r>
          </a:p>
          <a:p>
            <a:r>
              <a:t>* **Image:** A compelling image featuring diverse individuals in superhero-esque poses, or a stylized world map with distress signals.</a:t>
            </a:r>
          </a:p>
          <a:p>
            <a:r>
              <a:t>* **Presenter Name &amp; Date**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r>
              <a:t>**II. The Avengers'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Multidisciplinary Approach**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**Headline:** Beyond Superpowers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Importance of Diverse Skills</a:t>
            </a:r>
          </a:p>
          <a:p>
            <a:r>
              <a:t>* **Bullet Points:**</a:t>
            </a:r>
          </a:p>
          <a:p>
            <a:r>
              <a:t>    *  Illustrate the necessity of diverse expertise (medicine, technology, strategy, leadership, etc.) – examples: Black Widow's espionage, Bruce Banner's science, Thor's strength &amp; leadership.</a:t>
            </a:r>
          </a:p>
          <a:p>
            <a:r>
              <a:t>    * Discuss the potential weaknesses of a team lacking specific skills.</a:t>
            </a:r>
          </a:p>
          <a:p>
            <a:r>
              <a:t>    * Highlight the synergistic effects of combined skills and perspectives.</a:t>
            </a:r>
          </a:p>
          <a:p>
            <a:r>
              <a:t>    *  Introduce the concept of "team composition" and its importance in crisis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r>
              <a:t>**III. Crisis Management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Avengers-Style**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**Headline:**  Responding to Global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Case Study</a:t>
            </a:r>
          </a:p>
          <a:p>
            <a:r>
              <a:t>* **Bullet Points:**</a:t>
            </a:r>
          </a:p>
          <a:p>
            <a:r>
              <a:t>    * Analyze potential crisis scenarios (natural disasters, technological threats, alien invasions, etc.).</a:t>
            </a:r>
          </a:p>
          <a:p>
            <a:r>
              <a:t>    *  Explain the Avengers' approach to crisis management (assessment, planning, execution, aftermath).</a:t>
            </a:r>
          </a:p>
          <a:p>
            <a:r>
              <a:t>    * Discuss the importance of communication, resource allocation, and risk assessment in their methods.</a:t>
            </a:r>
          </a:p>
          <a:p>
            <a:r>
              <a:t>    * Use hypothetical examples from fictional scenarios to illustrate these points.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avengers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**IV. Ethical Considerations &amp; Accountability**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**Headline:**  Power and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Examining the Moral Implications</a:t>
            </a:r>
          </a:p>
          <a:p>
            <a:r>
              <a:t>* **Bullet Points:**</a:t>
            </a:r>
          </a:p>
          <a:p>
            <a:r>
              <a:t>    * Discuss the ethical dilemmas faced by a powerful group like the Avengers (collateral damage, use of force, privacy violations).</a:t>
            </a:r>
          </a:p>
          <a:p>
            <a:r>
              <a:t>    * Explore the necessity of accountability mechanisms (oversight, regulation, self-governance).</a:t>
            </a:r>
          </a:p>
          <a:p>
            <a:r>
              <a:t>    *  Analyze the potential for abuse of power and the importance of ethical frameworks.</a:t>
            </a:r>
          </a:p>
          <a:p>
            <a:r>
              <a:t>    *  Introduce real-world examples of similar ethical considerations in emergency response teams.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avengers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**V.  Building a Real-World "Avengers" Team**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**Headline:**  Applying the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Preparing for the Future</a:t>
            </a:r>
          </a:p>
          <a:p>
            <a:r>
              <a:t>* **Bullet Points:**</a:t>
            </a:r>
          </a:p>
          <a:p>
            <a:r>
              <a:t>    *  Discuss the importance of international cooperation and collaboration in global crisis response.</a:t>
            </a:r>
          </a:p>
          <a:p>
            <a:r>
              <a:t>    *  Highlight the roles of various organizations (WHO, UN, NGOs) in tackling global challenges.</a:t>
            </a:r>
          </a:p>
          <a:p>
            <a:r>
              <a:t>    *  Encourage critical thinking about how to cultivate diverse skill sets and promote ethical decision-making in real-world crisis response teams.</a:t>
            </a:r>
          </a:p>
          <a:p>
            <a:r>
              <a:t>    *  Conclude with a call to action: encouraging engagement in fields contributing to global safety and security.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avengers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**VI. Q&amp;A**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avengers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Open the floor for questions and discussion.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avengers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outline provides a framework; the specific examples and details can be adjusted based on the target audience and the desired depth of analysis.  Remember to use visuals (images, charts, graphs) to enhance the presentation.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