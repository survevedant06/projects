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 and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Jarvis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 PowerPoint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Artificial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**I. Title Slide:**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**Title:** 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Introduction</a:t>
            </a:r>
          </a:p>
          <a:p>
            <a:r>
              <a:t>* **Subtitle:** Understanding the Basics and Potential Impacts</a:t>
            </a:r>
          </a:p>
          <a:p>
            <a:r>
              <a:t>* **Your Name &amp; Date**</a:t>
            </a:r>
          </a:p>
          <a:p>
            <a:r>
              <a:t>* **Image:**  A relevant image, perhaps a stylized brain circuit or a robot with a friendly 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**II. What is Artificial Intelligence?**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**Headline:** Defining Artificial Intelligence</a:t>
            </a:r>
          </a:p>
          <a:p>
            <a:r>
              <a:t>* **Bullet Points:**</a:t>
            </a:r>
          </a:p>
          <a:p>
            <a:r>
              <a:t>    * AI aims to create systems capable of performing tasks that typically require human intelligence.</a:t>
            </a:r>
          </a:p>
          <a:p>
            <a:r>
              <a:t>    * This includes learning, reasoning, problem-solving, perception, and natural language understanding.</a:t>
            </a:r>
          </a:p>
          <a:p>
            <a:r>
              <a:t>    * AI is not just one technology, but a broad field encompassing many approaches.</a:t>
            </a:r>
          </a:p>
          <a:p>
            <a:r>
              <a:t>    *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Learning, Deep Learning, Natural Language Processing (NLP), Computer Vision.</a:t>
            </a:r>
          </a:p>
          <a:p>
            <a:r>
              <a:t>* **Image:**  A flowchart illustrating different branches of 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**III. Types of AI Systems:**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**Headline:**  Categories of Artificial Intelligence</a:t>
            </a:r>
          </a:p>
          <a:p>
            <a:r>
              <a:t>* **Bullet Points:**</a:t>
            </a:r>
          </a:p>
          <a:p>
            <a:r>
              <a:t>    * **Narrow/Weak AI:** Designed for specific tasks (e.g., spam filters, recommendation systems). This is the most common type of AI currently in use.</a:t>
            </a:r>
          </a:p>
          <a:p>
            <a:r>
              <a:t>    * **General/Strong AI:** Hypothetical AI with human-level intelligence and adaptability.  Does not yet exist.</a:t>
            </a:r>
          </a:p>
          <a:p>
            <a:r>
              <a:t>    * **Super AI:** Hypothetical AI surpassing human intelligence in all aspects.  Purely theoretical at this point.</a:t>
            </a:r>
          </a:p>
          <a:p>
            <a:r>
              <a:t>* **Image:**  A comparison chart illustrating the capabilities of each AI 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**IV. Applications of AI:**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**Headline:**  AI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Applications</a:t>
            </a:r>
          </a:p>
          <a:p>
            <a:r>
              <a:t>* **Bullet Points:**</a:t>
            </a:r>
          </a:p>
          <a:p>
            <a:r>
              <a:t>    * **Healthcare:** Disease diagnosis, drug discovery, personalized medicine.</a:t>
            </a:r>
          </a:p>
          <a:p>
            <a:r>
              <a:t>    * **Finance:** Fraud detection, algorithmic trading, risk management.</a:t>
            </a:r>
          </a:p>
          <a:p>
            <a:r>
              <a:t>    * **Transportation:** Self-driving cars, traffic optimization.</a:t>
            </a:r>
          </a:p>
          <a:p>
            <a:r>
              <a:t>    * **Entertainment:** Recommendation systems, game AI.</a:t>
            </a:r>
          </a:p>
          <a:p>
            <a:r>
              <a:t>    * **Many others:**  Manufacturing, agriculture, education, etc.</a:t>
            </a:r>
          </a:p>
          <a:p>
            <a:r>
              <a:t>* **Image:**  A collage of images showcasing diverse AI applications.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**V.  Ethical Considerations and the Future:**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**Headline:**  The Impact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 and Opportunities</a:t>
            </a:r>
          </a:p>
          <a:p>
            <a:r>
              <a:t>* **Bullet Points:**</a:t>
            </a:r>
          </a:p>
          <a:p>
            <a:r>
              <a:t>    * **Job displacement:**  Automation's potential impact on employment.</a:t>
            </a:r>
          </a:p>
          <a:p>
            <a:r>
              <a:t>    * **Bias and fairness:**  Addressing algorithmic bias in AI systems.</a:t>
            </a:r>
          </a:p>
          <a:p>
            <a:r>
              <a:t>    * **Privacy and security:**  Protecting data and preventing misuse.</a:t>
            </a:r>
          </a:p>
          <a:p>
            <a:r>
              <a:t>    * **Regulation and governance:**  Establishing ethical guidelines for AI development.</a:t>
            </a:r>
          </a:p>
          <a:p>
            <a:r>
              <a:t>    * **Future potential:**  Exploring the transformative possibilities of AI.</a:t>
            </a:r>
          </a:p>
          <a:p>
            <a:r>
              <a:t>* **Image:** A thought-provoking image, perhaps depicting humans and AI collaborating.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**VI. Conclusion:**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**Headline:**  The Expanding World of AI</a:t>
            </a:r>
          </a:p>
          <a:p>
            <a:r>
              <a:t>* **Summary:** Briefly reiterate the key points and emphasize the importance of understanding and responsibly developing AI.</a:t>
            </a:r>
          </a:p>
          <a:p>
            <a:r>
              <a:t>* **Call to action:**  Encourage further exploration of AI through research and learning.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This outline provides a framework. You can adjust the content and images to suit your audience and desired level of detail. Remember to keep the language clear, concise, and accessible to your target audience.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